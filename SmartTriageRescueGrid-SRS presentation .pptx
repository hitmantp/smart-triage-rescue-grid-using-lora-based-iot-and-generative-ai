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5070348"/>
            <a:ext cx="8823960" cy="73152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D.K.T.E. Society's Textile and Engineering Institute, Ichalkaranji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 |  2025–26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Triage &amp;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Rescue Grid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D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LoRa-Based IoT and Generative AI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486400" cy="36576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Rajendra Hiremath   |   HOD: Prof. (Dr.) D.V.Kodavade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749040" cy="402336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4198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23UCS096 – Paras Shantisagar Patil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383280"/>
            <a:ext cx="3749040" cy="402336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4198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23UCS103 – Shruti Deepak Patil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749040" cy="402336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9227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23UCS105 – Tanvi Shrenik Patil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886200"/>
            <a:ext cx="3749040" cy="402336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39227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23UCS106 – Tarun Rajagouda Patil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4526280"/>
            <a:ext cx="1371600" cy="36576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4526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36576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INTRO-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" y="1920240"/>
            <a:ext cx="2560320" cy="36576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2103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2423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is among the most critical sectors in society, focusing on mitigating calamity impacts and saving human lives.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3337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36576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teams rely on manual radio or costly satellite phones when networks fail — lacking AI-driven intelligent prioritization.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74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74720" y="713232"/>
            <a:ext cx="5394960" cy="36576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96012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960120"/>
            <a:ext cx="73152" cy="118872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069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Communication Blackouts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139903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Terrestrial networks collapse instantly during disasters, cutting off thousands of survivors from help.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228600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2286000"/>
            <a:ext cx="73152" cy="118872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2395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Manual Overload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03320" y="272491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commanders process hundreds of distress messages manually, causing dangerous delays in triage decisions.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3611880"/>
            <a:ext cx="5394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611880"/>
            <a:ext cx="73152" cy="118872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721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📡  The Solution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03320" y="405079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self-healing LoRa mesh + offline AI triage system that works without internet, cloud, or cellular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188720"/>
          </a:xfrm>
          <a:prstGeom prst="rect">
            <a:avLst/>
          </a:prstGeom>
          <a:solidFill>
            <a:srgbClr val="FEF0F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91440" cy="118872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704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Problem Statement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an off-grid Smart Triage and Rescue Grid that enables infrastructure-independent emergency communication — as current systems rely on vulnerable terrestrial networks and manual data processing, causing critical delays in disaster response.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Objectives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880360"/>
            <a:ext cx="4206240" cy="896112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880360"/>
            <a:ext cx="594360" cy="89611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30815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2953512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self-healing, off-grid LoRa mesh network for bidirectional communication without internet or cellular dependency.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880360"/>
            <a:ext cx="4206240" cy="896112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880360"/>
            <a:ext cx="594360" cy="89611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0815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94960" y="2953512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Edge AI (TinyML) for autonomous fall detection and offline LLM for intelligent triage scheduling.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86200"/>
            <a:ext cx="4206240" cy="896112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86200"/>
            <a:ext cx="594360" cy="89611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087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959352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categorized victim data and rescue status on a central dashboard for commander decision-making.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886200"/>
            <a:ext cx="4206240" cy="896112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886200"/>
            <a:ext cx="594360" cy="89611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087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3959352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entire operation — including AI processing — runs zero-cloud, using only local hardware resources.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36576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LAYER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51760" cy="100584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651760" cy="54864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ESP32 Node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(Wi-Fi + LoRa)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514600"/>
            <a:ext cx="2651760" cy="100584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514600"/>
            <a:ext cx="2651760" cy="54864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651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Sensor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(MPU6050 TinyML)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703320"/>
            <a:ext cx="2651760" cy="100584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703320"/>
            <a:ext cx="2651760" cy="54864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8404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Relay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63240" y="2286000"/>
            <a:ext cx="914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2103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9C12"/>
                </a:solidFill>
              </a:rPr>
              <a:t>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0" y="777240"/>
            <a:ext cx="2743200" cy="38404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325880"/>
            <a:ext cx="2651760" cy="100584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325880"/>
            <a:ext cx="265176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463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Mesh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865 MHz RF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514600"/>
            <a:ext cx="2651760" cy="100584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514600"/>
            <a:ext cx="265176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2651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Forward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3703320"/>
            <a:ext cx="2651760" cy="100584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703320"/>
            <a:ext cx="265176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8404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2286000"/>
            <a:ext cx="914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5897880" y="2103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9C12"/>
                </a:solidFill>
              </a:rPr>
              <a:t>➔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26480" y="777240"/>
            <a:ext cx="2743200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7772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LAYER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1325880"/>
            <a:ext cx="2651760" cy="100584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1325880"/>
            <a:ext cx="26517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4630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 Node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(LoRa Receiver)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2514600"/>
            <a:ext cx="2651760" cy="100584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2514600"/>
            <a:ext cx="26517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2651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(Offline LLM)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72200" y="3703320"/>
            <a:ext cx="2651760" cy="100584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3703320"/>
            <a:ext cx="26517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38404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Victim → Edge Node → LoRa Mesh → Command Center → AI Triage → Commander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Product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45720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10789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📶  Off-Grid SOS Submission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connect to ESP32 Wi-Fi hotspot and submit distress details via Captive Portal — no internet, no app needed.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10789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Autonomous Fall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on MPU6050 detects severe falls and auto-triggers 'Man Down' SOS broadcasts within 3 seconds.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05840"/>
            <a:ext cx="274320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10789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Self-Healing Mesh Network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nodes route messages over long distances via multi-hop; auto-reroutes if a relay node is destroyed.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71800"/>
            <a:ext cx="274320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30449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Intelligent AI Triage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52044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LLM classifies victims into Red (Immediate), Yellow (Urgent), Green (Minor) triage categories.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74320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30449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Commander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52044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React.js dashboard visualizes victim priorities, dispatch status, and issues critical alerts.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971800"/>
            <a:ext cx="27432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6" name="Text 24"/>
          <p:cNvSpPr/>
          <p:nvPr/>
        </p:nvSpPr>
        <p:spPr>
          <a:xfrm>
            <a:off x="6245352" y="30449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🔋  Network Health Monitor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520440"/>
            <a:ext cx="257860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individual LoRa node battery levels, connectivity status, and mesh topology integrity in real-time.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Stack &amp;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397764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1480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875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Hardware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931920" cy="457200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819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581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Development 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1305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21305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SX1276 (865 MHz ISM)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3931920" cy="457200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6791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26791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Accel + Gyroscope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278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3227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3.7V Li-ion Battery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3931920" cy="457200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7764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3776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i5+ / Ryzen 5, 16GB RAM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251960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3251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(Optional)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65960" y="43251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3060/4060 for AI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960120"/>
            <a:ext cx="4297680" cy="397764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960120"/>
            <a:ext cx="4297680" cy="41148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Software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09160" y="1508760"/>
            <a:ext cx="4114800" cy="457200"/>
          </a:xfrm>
          <a:prstGeom prst="rect">
            <a:avLst/>
          </a:prstGeom>
          <a:solidFill>
            <a:srgbClr val="E8F5F2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5819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15819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 / macOS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057400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130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21305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React.js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606040"/>
            <a:ext cx="4114800" cy="457200"/>
          </a:xfrm>
          <a:prstGeom prst="rect">
            <a:avLst/>
          </a:prstGeom>
          <a:solidFill>
            <a:srgbClr val="E8F5F2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26791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26791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Express.js, Python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154680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2278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32278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(LLM), Edge Impulse (TinyML)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703320"/>
            <a:ext cx="4114800" cy="457200"/>
          </a:xfrm>
          <a:prstGeom prst="rect">
            <a:avLst/>
          </a:prstGeom>
          <a:solidFill>
            <a:srgbClr val="E8F5F2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7764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72200" y="37764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(C/C++)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4251960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43251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72200" y="43251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(Local)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Triage Classification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8412480" cy="36576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822960"/>
            <a:ext cx="2103120" cy="91440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Submits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95728" y="1051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9C12"/>
                </a:solidFill>
              </a:rPr>
              <a:t>➔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88920" y="822960"/>
            <a:ext cx="2103120" cy="91440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822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Mesh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10328" y="1051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9C12"/>
                </a:solidFill>
              </a:rPr>
              <a:t>➔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303520" y="822960"/>
            <a:ext cx="2103120" cy="91440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8229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24928" y="1051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9C12"/>
                </a:solidFill>
              </a:rPr>
              <a:t>➔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818120" y="822960"/>
            <a:ext cx="1097280" cy="91440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8229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 Classification Output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2743200" cy="242316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87168"/>
            <a:ext cx="274320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542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🔴  RED — IMMEDIATE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0175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Life-threatening injuries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401568"/>
            <a:ext cx="2578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trauma, unresponsiveness, critical bleeding. Rescue dispatched FIRST. Highest priority queue position.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487168"/>
            <a:ext cx="2743200" cy="242316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487168"/>
            <a:ext cx="2743200" cy="4572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3319272" y="2542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🟡  YELLOW — URGENT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0175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but stable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401568"/>
            <a:ext cx="2578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Fractures, moderate injuries. Patient can wait briefly. Second dispatch priority in rescue queue.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487168"/>
            <a:ext cx="2743200" cy="242316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2487168"/>
            <a:ext cx="27432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6291072" y="25420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 GREEN — MINOR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30175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wounded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401568"/>
            <a:ext cx="25786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cuts, sprains, ambulatory. Non-critical. Rescued after Red and Yellow are handled.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789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1691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Per-Hop Latency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960120"/>
            <a:ext cx="201168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789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691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 Alert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201168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789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5-10s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1691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960120"/>
            <a:ext cx="201168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789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50-100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12280" y="1691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Supported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Response Timeline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" y="3063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Hop Latency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3136392"/>
            <a:ext cx="5486400" cy="2286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3136392"/>
            <a:ext cx="1097280" cy="2286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3063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Fall Detection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3593592"/>
            <a:ext cx="5486400" cy="2286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6080" y="3593592"/>
            <a:ext cx="1645920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3520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Triage Response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4050792"/>
            <a:ext cx="5486400" cy="2286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0" y="4050792"/>
            <a:ext cx="4114800" cy="2286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3977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4507992"/>
            <a:ext cx="5486400" cy="22860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31" name="Shape 29"/>
          <p:cNvSpPr/>
          <p:nvPr/>
        </p:nvSpPr>
        <p:spPr>
          <a:xfrm>
            <a:off x="2926080" y="4507992"/>
            <a:ext cx="548640" cy="228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4434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3749040" cy="36576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508760"/>
            <a:ext cx="228600" cy="2286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hardware nodes (ESP32, LoRa, MPU6050)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228600" cy="2286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29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Captive Portal for victim SOS submission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228600" cy="2286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78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mesh routing protocol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154680"/>
            <a:ext cx="228600" cy="2286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27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Command Web Application (React.js)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228600" cy="2286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75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fall detection on embedded hardware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51960"/>
            <a:ext cx="228600" cy="2286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24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hosted LLM triage (Llama 3 via Ollama)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Constraints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54880" y="713232"/>
            <a:ext cx="4114800" cy="36576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960120"/>
            <a:ext cx="4114800" cy="86868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960120"/>
            <a:ext cx="73152" cy="8686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1033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🚫  Zero Internet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1371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routing, and storage must function entirely without cloud or internet dependency.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965960"/>
            <a:ext cx="4114800" cy="86868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965960"/>
            <a:ext cx="73152" cy="8686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039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📻  LoRa Only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19472" y="2377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limited to LoRa RF (865 MHz ISM) — no cellular or satellite.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71800"/>
            <a:ext cx="4114800" cy="86868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971800"/>
            <a:ext cx="73152" cy="8686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3044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Low Power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9472" y="3383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nodes must operate on Li-ion batteries for extended field deployment.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977640"/>
            <a:ext cx="4114800" cy="86868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977640"/>
            <a:ext cx="73152" cy="8686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40507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Fault Tolerance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9472" y="4389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network must self-heal; no single node failure can break the system.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F2D4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F2D4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68580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Triage &amp; Rescue Grid — Summary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Off-grid LoRa mesh network for infrastructure-free emergency communication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Edge AI (TinyML) autonomous fall detection within 3 seconds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8094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Offline LLM medical triage in 5–10 seconds per victim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1985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Real-time React.js commander dashboard with priority queue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587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100% cloud-free, field-deployable, disaster-resilient system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709160"/>
            <a:ext cx="8046720" cy="4572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006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D.K.T.E. Society's TEI, Ichalkaranji  |  Dept. of CSE  |  2025–26  |  Guide: Prof. Rajendra Hiremath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Triage &amp; Rescue Grid</dc:title>
  <dc:subject>PptxGenJS Presentation</dc:subject>
  <dc:creator>PptxGenJS</dc:creator>
  <cp:lastModifiedBy>PptxGenJS</cp:lastModifiedBy>
  <cp:revision>1</cp:revision>
  <dcterms:created xsi:type="dcterms:W3CDTF">2026-04-25T15:51:59Z</dcterms:created>
  <dcterms:modified xsi:type="dcterms:W3CDTF">2026-04-25T15:51:59Z</dcterms:modified>
</cp:coreProperties>
</file>